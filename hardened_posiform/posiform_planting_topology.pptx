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3D"/>
                </a:solidFill>
                <a:latin typeface="Malgun Gothic"/>
              </a:rPr>
              <a:t>Posiform Planting · 변수 선택 &amp; 토폴로지 검증</a:t>
            </a:r>
          </a:p>
          <a:p>
            <a:r>
              <a:rPr sz="2000">
                <a:solidFill>
                  <a:srgbClr val="666666"/>
                </a:solidFill>
                <a:latin typeface="Malgun Gothic"/>
              </a:rPr>
              <a:t>hardware_native_qubo.ipynb 코드 트레이스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전체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703320"/>
            <a:ext cx="11274552" cy="260604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QPU active set (Cell 13)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6A737D"/>
                </a:solidFill>
                <a:latin typeface="Consolas"/>
              </a:rPr>
              <a:t>    ↓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G_inst 빌드 (Cell 15)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6A737D"/>
                </a:solidFill>
                <a:latin typeface="Consolas"/>
              </a:rPr>
              <a:t>    ↓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KL bisection → partition별 R_i 생성 (Cell 15)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6A737D"/>
                </a:solidFill>
                <a:latin typeface="Consolas"/>
              </a:rPr>
              <a:t>    ↓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target = ∪ partition GS (Cell 15)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6A737D"/>
                </a:solidFill>
                <a:latin typeface="Consolas"/>
              </a:rPr>
              <a:t>    ↓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C92A2A"/>
                </a:solidFill>
                <a:latin typeface="Consolas"/>
              </a:rPr>
              <a:t>posiform_planting_hardware(G_inst, target, α)  (Cell 9)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6A737D"/>
                </a:solidFill>
                <a:latin typeface="Consolas"/>
              </a:rPr>
              <a:t>    ↓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C92A2A"/>
                </a:solidFill>
                <a:latin typeface="Consolas"/>
              </a:rPr>
              <a:t>_verify_qpu_compatibility (Cell 15) ← strict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E86AB"/>
                </a:solidFill>
                <a:latin typeface="Malgun Gothic"/>
              </a:rPr>
              <a:t>핵심 질문 ① </a:t>
            </a:r>
            <a:r>
              <a:rPr sz="1200" b="0">
                <a:solidFill>
                  <a:srgbClr val="333333"/>
                </a:solidFill>
                <a:latin typeface="Malgun Gothic"/>
              </a:rPr>
              <a:t>posiform clause의 두 변수 (i, j)를 어떻게 고르나?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E86AB"/>
                </a:solidFill>
                <a:latin typeface="Malgun Gothic"/>
              </a:rPr>
              <a:t>핵심 질문 ② </a:t>
            </a:r>
            <a:r>
              <a:rPr sz="1200" b="0">
                <a:solidFill>
                  <a:srgbClr val="333333"/>
                </a:solidFill>
                <a:latin typeface="Malgun Gothic"/>
              </a:rPr>
              <a:t>그 (i, j)가 QPU 토폴로지의 실제 coupler인지 어떻게 보장/검증하나?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Malgun Gothic"/>
              </a:rPr>
              <a:t>① 변수 선택 [Step 1] — Hardware active subgraph 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Malgun Gothic"/>
              </a:rPr>
              <a:t>QPU에서 실측한 active 큐빗·커플러를 그대로 networkx Graph로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Cell 15  L259–263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74552" cy="182880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400" i="1">
                <a:solidFill>
                  <a:srgbClr val="6A737D"/>
                </a:solidFill>
                <a:latin typeface="Consolas"/>
              </a:rPr>
              <a:t># QPU active subgraph 빌드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6A737D"/>
                </a:solidFill>
                <a:latin typeface="Consolas"/>
              </a:rPr>
              <a:t># 점검 셀이 받은 active set으로 networkx Graph 생성. 이 G가 인스턴스 생성의 base.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G_inst = nx.Graph()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C92A2A"/>
                </a:solidFill>
                <a:latin typeface="Consolas"/>
              </a:rPr>
              <a:t>G_inst.add_nodes_from(qpu_nodes_pre)   # ← Cell 13: set(qpu_check.nodelist)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C92A2A"/>
                </a:solidFill>
                <a:latin typeface="Consolas"/>
              </a:rPr>
              <a:t>G_inst.add_edges_from(qpu_edges_pre)   # ← Cell 13: set((min,max) for e in qpu_check.edgelist)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Malgun Gothic"/>
              </a:rPr>
              <a:t>• D-Wave SAPI가 알려주는 실측 active 집합 (calibration 후 살아있는 큐빗·커플러만).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Malgun Gothic"/>
              </a:rPr>
              <a:t>• 이상적 Pegasus/Zephyr 그래프가 아니라 결함 큐빗·커플러가 빠진 실제 사용 가능한 그래프.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Malgun Gothic"/>
              </a:rPr>
              <a:t>• 이후 모든 단계 (KL bisection, random QUBO, posiform planting) 가 G_inst 위에서만 동작.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Malgun Gothic"/>
              </a:rPr>
              <a:t>① 변수 선택 [Step 2] — Posiform edge pool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Malgun Gothic"/>
              </a:rPr>
              <a:t>G_inst의 부분그래프 중 target 노드 사이의 hardware edge만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Cell 9  L17–23  (posiform_planting_hardware)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74552" cy="237744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nodes = sorted(target_assignment.keys())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n = len(nodes)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node_to_idx = {v: i for i, v in enumerate(nodes)}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C92A2A"/>
                </a:solidFill>
                <a:latin typeface="Consolas"/>
              </a:rPr>
              <a:t>edges = [(min(u, v), max(u, v)) for u, v in G.subgraph(nodes).edges()]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6A737D"/>
                </a:solidFill>
                <a:latin typeface="Consolas"/>
              </a:rPr>
              <a:t># edges는 이미 G.subgraph(nodes).edges()로 hardware-valid coupler만 포함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if not edges: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    return {}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E86AB"/>
                </a:solidFill>
                <a:latin typeface="Malgun Gothic"/>
              </a:rPr>
              <a:t>가장 중요한 가드: </a:t>
            </a:r>
            <a:r>
              <a:rPr sz="1400" b="0">
                <a:solidFill>
                  <a:srgbClr val="333333"/>
                </a:solidFill>
                <a:latin typeface="Malgun Gothic"/>
              </a:rPr>
              <a:t>G.subgraph(nodes).edges()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>• G_inst의 부분그래프 중에서도 target_assignment.keys() (= 실험 변수) 노드 쌍 사이의 edge만 추출.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>• 결과: edges = (active qubit pair) ∩ (active coupler) — 결함 커플러는 애초에 후보군 미포함.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>• edges가 비면 early return — KL partition이 분리돼 inter-edge가 없을 때만 발생.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Malgun Gothic"/>
              </a:rPr>
              <a:t>① 변수 선택 [Step 3] — 랜덤 edge 선택 + uniqueness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Malgun Gothic"/>
              </a:rPr>
              <a:t>pool에서 random.choice → MiniSat이 unique 2-SAT 보장할 때까지 반복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Cell 9  L57–66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74552" cy="274320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for step in range(max_clauses):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6A737D"/>
                </a:solidFill>
                <a:latin typeface="Consolas"/>
              </a:rPr>
              <a:t>    # hardware edge에서 랜덤 선택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C92A2A"/>
                </a:solidFill>
                <a:latin typeface="Consolas"/>
              </a:rPr>
              <a:t>    i, j = random.choice(edges)        # ← Step 2의 hardware-only pool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    add_posiform_term(i, j)            # ← wrong tuple → CNF clause + Q 업데이트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    if (step + 1) % check_interval == 0: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C92A2A"/>
                </a:solidFill>
                <a:latin typeface="Consolas"/>
              </a:rPr>
              <a:t>        if check_uniqueness():         # MiniSat 2-SAT — target이 유일한 해?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            print(f"  [posiform] {step + 1} clauses로 유일성 확보")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            Q_posiform = {k: v for k, v in Q_posiform.items() if abs(v) &gt; 1e-15}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            return Q_posiform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1772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Malgun Gothic"/>
              </a:rPr>
              <a:t>• 각 step의 (i, j)는 항상 hardware edge </a:t>
            </a:r>
            <a:r>
              <a:rPr sz="1400" b="1">
                <a:solidFill>
                  <a:srgbClr val="2E86AB"/>
                </a:solidFill>
                <a:latin typeface="Malgun Gothic"/>
              </a:rPr>
              <a:t>— Step 2 pool 자체가 보장.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>• max_clauses = 1000 · n 까지 시도. uniqueness 확보 시 즉시 반환.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>• 같은 edge가 여러 번 뽑힐 수 있음 → 가중치 누적 (의도). 마지막에 abs(v) &gt; 1e-15 로 0 cancellation 제거.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Malgun Gothic"/>
              </a:rPr>
              <a:t>② 토폴로지 검증 [Implicit] — 데이터 소스 보증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Malgun Gothic"/>
              </a:rPr>
              <a:t>별도 if-check 없이 G 인자 자체가 invariant 를 지탱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Cell 9  L20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74552" cy="50292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92A2A"/>
                </a:solidFill>
                <a:latin typeface="Consolas"/>
              </a:rPr>
              <a:t>edges = [(min(u, v), max(u, v)) for u, v in G.subgraph(nodes).edges()]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Cell 15  L260–263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1274552" cy="105156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2B2B2B"/>
                </a:solidFill>
                <a:latin typeface="Consolas"/>
              </a:rPr>
              <a:t>G_inst = nx.Graph()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C92A2A"/>
                </a:solidFill>
                <a:latin typeface="Consolas"/>
              </a:rPr>
              <a:t>G_inst.add_nodes_from(qpu_nodes_pre)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C92A2A"/>
                </a:solidFill>
                <a:latin typeface="Consolas"/>
              </a:rPr>
              <a:t>G_inst.add_edges_from(qpu_edges_pre)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E86AB"/>
                </a:solidFill>
                <a:latin typeface="Malgun Gothic"/>
              </a:rPr>
              <a:t>왜 explicit check가 없나? </a:t>
            </a:r>
            <a:r>
              <a:rPr sz="1400" b="0">
                <a:solidFill>
                  <a:srgbClr val="333333"/>
                </a:solidFill>
                <a:latin typeface="Malgun Gothic"/>
              </a:rPr>
              <a:t>G 자체가 QPU active set의 정확한 사본이라 부분그래프의 edge 는 정의상 active coupler.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>→ 검증 코드가 없는 게 아니라 데이터 흐름으로 invariant가 깔려 있음.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E86AB"/>
                </a:solidFill>
                <a:latin typeface="Malgun Gothic"/>
              </a:rPr>
              <a:t>⚠ 주의 (Fragile invariant): </a:t>
            </a:r>
            <a:r>
              <a:rPr sz="1400" b="0">
                <a:solidFill>
                  <a:srgbClr val="333333"/>
                </a:solidFill>
                <a:latin typeface="Malgun Gothic"/>
              </a:rPr>
              <a:t>G_inst 대신 G_ideal (결함 미반영) 또는 다른 그래프가 들어가면 무너짐.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algun Gothic"/>
              </a:rPr>
              <a:t>    실수 방지를 위해 Cell 15가 INST_TOPO 일관성 + qpu_check 존재 여부를 prereq로 검증.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Malgun Gothic"/>
              </a:rPr>
              <a:t>② 토폴로지 검증 [Explicit] — strict subset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Malgun Gothic"/>
              </a:rPr>
              <a:t>저장 직전 모든 인스턴스의 (R_sum ∪ P) edge 가 active coupler인지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Cell 15  _verify_qpu_compatibility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74552" cy="310896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def _verify_qpu_compatibility(all_instances, qpu_nodes, qpu_edges):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6A737D"/>
                </a:solidFill>
                <a:latin typeface="Consolas"/>
              </a:rPr>
              <a:t>    """Identity embedding 조건: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6A737D"/>
                </a:solidFill>
                <a:latin typeface="Consolas"/>
              </a:rPr>
              <a:t>       1. 인스턴스의 모든 변수 ⊆ active qubit set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6A737D"/>
                </a:solidFill>
                <a:latin typeface="Consolas"/>
              </a:rPr>
              <a:t>       2. 인스턴스의 모든 quadratic 항 (i,j) ⊆ active coupler set"""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    failures = []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    for idx, inst in enumerate(all_instances):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        nodes, edges = _extract_inst_topo(inst)   # R_sum + P 키 모두 수집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C92A2A"/>
                </a:solidFill>
                <a:latin typeface="Consolas"/>
              </a:rPr>
              <a:t>        if not nodes.issubset(qpu_nodes) or not edges.issubset(qpu_edges):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            missing_n = nodes - qpu_nodes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            missing_e = edges - qpu_edges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            failures.append((idx, len(missing_n), len(missing_e)))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B2B2B"/>
                </a:solidFill>
                <a:latin typeface="Consolas"/>
              </a:rPr>
              <a:t>    return (len(failures) == 0, failures)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Cell 15  호출부 (저장 직전)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257800"/>
            <a:ext cx="11274552" cy="1097280"/>
          </a:xfrm>
          <a:prstGeom prst="rect">
            <a:avLst/>
          </a:prstGeom>
          <a:solidFill>
            <a:srgbClr val="F5F5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none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ok, failures = _verify_qpu_compatibility(all_instances, qpu_nodes, qpu_edges)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B2B2B"/>
                </a:solidFill>
                <a:latin typeface="Consolas"/>
              </a:rPr>
              <a:t>if not ok: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C92A2A"/>
                </a:solidFill>
                <a:latin typeface="Consolas"/>
              </a:rPr>
              <a:t>    raise RuntimeError("QPU 호환성 검증 실패 — pickle 저장 안 됨. ...")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Malgun Gothic"/>
              </a:rPr>
              <a:t>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45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5486400"/>
                <a:gridCol w="2313432"/>
              </a:tblGrid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답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코드 위치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두 변수 선택?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G_inst.subgraph(target_nodes).edges() 풀에서 random.choice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onsolas"/>
                        </a:rPr>
                        <a:t>Cell 9 L20, L59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Hardware edge 보장 (생성 시)?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G_inst가 QPU active set 사본이라 데이터로 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onsolas"/>
                        </a:rPr>
                        <a:t>Cell 9 L20 + Cell 15 L260–263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Hardware edge 보장 (저장 시)?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_verify_qpu_compatibility strict subset check → 실패 시 RuntimeError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onsolas"/>
                        </a:rPr>
                        <a:t>Cell 15 L98–139, L193–205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Uniqueness 보장?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algun Gothic"/>
                        </a:rPr>
                        <a:t>MiniSat 2-SAT solve (target 외 다른 해 없을 때까지 clause 추가)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onsolas"/>
                        </a:rPr>
                        <a:t>Cell 9 check_uniqueness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Malgun Gothic"/>
              </a:rPr>
              <a:t>잠재 약점 (paper disclosure 후보)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86AB"/>
                </a:solidFill>
                <a:latin typeface="Malgun Gothic"/>
              </a:rPr>
              <a:t>• Implicit invariant: </a:t>
            </a:r>
            <a:r>
              <a:rPr sz="1300" b="0">
                <a:solidFill>
                  <a:srgbClr val="333333"/>
                </a:solidFill>
                <a:latin typeface="Malgun Gothic"/>
              </a:rPr>
              <a:t>생성 시 토폴로지 보장은 G 인자에 의존 — active subgraph가 아닌 다른 그래프가 잘못 들어가면 저장 시점에서야 검출.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AB"/>
                </a:solidFill>
                <a:latin typeface="Malgun Gothic"/>
              </a:rPr>
              <a:t>• Uniform 샘플링: </a:t>
            </a:r>
            <a:r>
              <a:rPr sz="1300" b="0">
                <a:solidFill>
                  <a:srgbClr val="333333"/>
                </a:solidFill>
                <a:latin typeface="Malgun Gothic"/>
              </a:rPr>
              <a:t>random.choice(edges)는 hardware degree 분포에 종속 — degree 큰 노드가 더 자주 등장.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AB"/>
                </a:solidFill>
                <a:latin typeface="Malgun Gothic"/>
              </a:rPr>
              <a:t>• abs(v) &gt; 1e-15 필터: </a:t>
            </a:r>
            <a:r>
              <a:rPr sz="1300" b="0">
                <a:solidFill>
                  <a:srgbClr val="333333"/>
                </a:solidFill>
                <a:latin typeface="Malgun Gothic"/>
              </a:rPr>
              <a:t>0 cancellation으로 사라진 (i,j)가 결함 커플러였더라도 검증에서 누락 가능 (false negative). 실제 QPU 제출에는 안전.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